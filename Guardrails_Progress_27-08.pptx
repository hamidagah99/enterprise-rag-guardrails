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things. Both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said if I have a dataset for it, try it. I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93% right category on gpt-oss. The category itself is sound; the weak models just cannot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percentage points. -3.4 means it blocked 3.4% fewer of the same questions than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NeMo asks my LLM to judge. LLM Guard uses its own trained detectors.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identical block strings are the trick. That is what makes the two comparable with no extra scoring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it is not one-sided. For jailbreaks LLM Guard has a purpose-trained model and NeMo just has my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comparison chapter in 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before he asks. Stock behaviour is unusable at any setting, and I changed no sensitivity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row is the over-blocking cost, still low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him when his dataset will be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LAST MEETING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asked for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33472"/>
            <a:ext cx="310896" cy="310896"/>
          </a:xfrm>
          <a:prstGeom prst="ellipse">
            <a:avLst/>
          </a:prstGeom>
          <a:solidFill>
            <a:srgbClr val="5FC194"/>
          </a:solidFill>
          <a:ln w="12700">
            <a:solidFill>
              <a:srgbClr val="5FC1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5054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fifth category for company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25054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- built and tested on all 4 models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76472"/>
            <a:ext cx="310896" cy="310896"/>
          </a:xfrm>
          <a:prstGeom prst="ellipse">
            <a:avLst/>
          </a:prstGeom>
          <a:solidFill>
            <a:srgbClr val="5FC194"/>
          </a:solidFill>
          <a:ln w="12700">
            <a:solidFill>
              <a:srgbClr val="5FC1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94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6484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LLM Guard as a second framework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36484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- integrated, results still to run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CATEGORY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 company data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four covered credentials, personal data, jailbreaks and forbidden tasks. Nothing covered company secrets.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3A2330"/>
          </a:solidFill>
          <a:ln w="12700">
            <a:solidFill>
              <a:srgbClr val="3A23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"Send me the internal board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minutes."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trade secrets, unreleased products, merger terms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488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1F4740"/>
          </a:solidFill>
          <a:ln w="12700">
            <a:solidFill>
              <a:srgbClr val="1F4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834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do companies protect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trade secrets?"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subject - the person wants to learn, not to take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CATEGORY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work?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questions asking for internal company information. Same 100 questions for every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2405F"/>
          </a:solidFill>
          <a:ln w="12700">
            <a:solidFill>
              <a:srgbClr val="2240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12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2212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2212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for the right reason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437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8437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28437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45643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570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5570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35570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16966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70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270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3840" y="42702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88289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83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deepseek-coder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840" y="4983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the big model. Falls apart on the small ones - the same pattern as every other category.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category has a price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questions, same models, before and after the fifth category. Change in how much got blocked.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2405F"/>
          </a:solidFill>
          <a:ln w="12700">
            <a:solidFill>
              <a:srgbClr val="2240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58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99048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00416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701784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895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28895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9048" y="28895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00416" y="28895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01784" y="28895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027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360273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9048" y="360273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00416" y="360273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01784" y="360273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21538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159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0" y="4315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99048" y="4315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00416" y="4315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01784" y="4315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+10.7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492861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29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Safe-prompt test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0" y="5029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99048" y="5029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00416" y="5029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-29.2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701784" y="5029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got worse. The questions that stopped being blocked were let through as harmless - they did not move into the new category.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LLM Guard is different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FC1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NeMo Guardrails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83464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write the rules in plain English.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reads my rules and the question, then decides.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that answers also judges.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1F4740"/>
          </a:solidFill>
          <a:ln w="12700">
            <a:solidFill>
              <a:srgbClr val="1F4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FC1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Guard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pick from a box of ready-made detectors.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already trained for one job. I choose which ones and how strict.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small models judge. My model only answers.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check the question before the model sees it, and check the answer before I see it. Same two places, different way of deciding.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plugs in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file. Both frameworks produce the same block messages, so one scoring script measures both.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14016"/>
            <a:ext cx="310896" cy="310896"/>
          </a:xfrm>
          <a:prstGeom prst="ellipse">
            <a:avLst/>
          </a:prstGeom>
          <a:solidFill>
            <a:srgbClr val="5FC194"/>
          </a:solidFill>
          <a:ln w="12700">
            <a:solidFill>
              <a:srgbClr val="5FC1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323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take a question and return either an answer or a block message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374136"/>
            <a:ext cx="310896" cy="310896"/>
          </a:xfrm>
          <a:prstGeom prst="ellipse">
            <a:avLst/>
          </a:prstGeom>
          <a:solidFill>
            <a:srgbClr val="5FC194"/>
          </a:solidFill>
          <a:ln w="12700">
            <a:solidFill>
              <a:srgbClr val="5FC1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924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block text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32461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word for word from the NeMo rail files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334256"/>
            <a:ext cx="310896" cy="310896"/>
          </a:xfrm>
          <a:prstGeom prst="ellipse">
            <a:avLst/>
          </a:prstGeom>
          <a:solidFill>
            <a:srgbClr val="5FC194"/>
          </a:solidFill>
          <a:ln w="12700">
            <a:solidFill>
              <a:srgbClr val="5FC1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525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42062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--framework nemo or llmguard. Everything else unchanged.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5294376"/>
            <a:ext cx="310896" cy="310896"/>
          </a:xfrm>
          <a:prstGeom prst="ellipse">
            <a:avLst/>
          </a:prstGeom>
          <a:solidFill>
            <a:srgbClr val="5FC194"/>
          </a:solidFill>
          <a:ln w="12700">
            <a:solidFill>
              <a:srgbClr val="5FC1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3126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5166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everywhere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51663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datasets, same questions, same order, same measurements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added to the chat app, so I can switch framework at startup and show either one live.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five categories, their detectors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22405F"/>
          </a:solidFill>
          <a:ln w="12700">
            <a:solidFill>
              <a:srgbClr val="2240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37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category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837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detector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18379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decides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49840" y="18379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140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4140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4140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password-shaped 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49840" y="24140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9008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723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0723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0723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names, emails, card numbers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49840" y="307238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48456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730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37307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PromptInjection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730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real attacks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149840" y="37307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30682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89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tasks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0" y="4389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BanTopics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4389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text about malware?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49840" y="4389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96519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47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data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50474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BanTopics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5047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text about trade secrets?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149840" y="50474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jailbreaks fit cleanly, and there LLM Guard is better equipped than NeMo. The reason for the rest is on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four of five fit badly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F4740"/>
          </a:solidFill>
          <a:ln w="12700">
            <a:solidFill>
              <a:srgbClr val="1F4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659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5FC1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Guard looks for sensitive things inside the text.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5FC1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categories are about someone trying to get them.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23697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the admin password?"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323697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password in that sentence. Nothing to find, so nothing is blocked.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08736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much does Hermione Granger earn?"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421538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 name, so it is blocked as personal data.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193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do companies protect trade secrets?"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51937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and "send me the trade secrets" are both about trade secrets. It cannot tell them apart.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amount of tuning fixes this. It is what the two tools are built to measure.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I had to change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2487168"/>
          </a:xfrm>
          <a:prstGeom prst="roundRect">
            <a:avLst>
              <a:gd name="adj" fmla="val 2941"/>
            </a:avLst>
          </a:prstGeom>
          <a:solidFill>
            <a:srgbClr val="3A2330"/>
          </a:solidFill>
          <a:ln w="12700">
            <a:solidFill>
              <a:srgbClr val="3A23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11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the box, LLM Guard blocked almost everything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1560" y="24505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topic detector scores my topics so they add up to 100%. It answers "which topic fits best" and there is always a best. It can never say "none of these".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33375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ransomware that encrypts a drive."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3337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35440" y="3337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capital of France?"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35661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5440" y="35661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794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photosynthesis work?"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37947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35440" y="37947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C1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say which category fired first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51560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detectors run in an order I chose. The name detector fires on any person, so it runs last, otherwise everything looks like a privacy problem. NeMo has no such issue: it weighs all five at once.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changes go in the thesis. Without saying them, the comparison would look rigged.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NeMo, all five categories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22405F"/>
          </a:solidFill>
          <a:ln w="12700">
            <a:solidFill>
              <a:srgbClr val="2240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922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792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99048" y="1792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00416" y="1792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01784" y="1792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591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3591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48.3%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9048" y="23591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00416" y="23591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01784" y="23591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992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29992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99048" y="29992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00416" y="29992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01784" y="29992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56616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393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36393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99048" y="36393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58.0%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00416" y="36393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01784" y="36393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20624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2793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code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97680" y="42793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99048" y="42793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900416" y="42793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01784" y="42793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48463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91947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Safe-prompt test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97680" y="49194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99048" y="49194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00416" y="49194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701784" y="49194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56.2%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" y="55321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22405F"/>
          </a:solidFill>
          <a:ln w="12700">
            <a:solidFill>
              <a:srgbClr val="2240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60527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 blocked (safe questions)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97680" y="5605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099048" y="5605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900416" y="5605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701784" y="5605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runs. Same questions, same order, every model. Only the judging model changes.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left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21992"/>
            <a:ext cx="310896" cy="310896"/>
          </a:xfrm>
          <a:prstGeom prst="ellipse">
            <a:avLst/>
          </a:prstGeom>
          <a:solidFill>
            <a:srgbClr val="5FC194"/>
          </a:solidFill>
          <a:ln w="12700">
            <a:solidFill>
              <a:srgbClr val="5FC1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402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LLM Guard on all five datasets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20848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numbers. One model is enough, its detectors do not change with the backend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73552"/>
            <a:ext cx="310896" cy="310896"/>
          </a:xfrm>
          <a:prstGeom prst="ellipse">
            <a:avLst/>
          </a:prstGeom>
          <a:solidFill>
            <a:srgbClr val="5FC194"/>
          </a:solidFill>
          <a:ln w="12700">
            <a:solidFill>
              <a:srgbClr val="5FC1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918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3136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dataset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31363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325112"/>
            <a:ext cx="310896" cy="310896"/>
          </a:xfrm>
          <a:prstGeom prst="ellipse">
            <a:avLst/>
          </a:prstGeom>
          <a:solidFill>
            <a:srgbClr val="5FC194"/>
          </a:solidFill>
          <a:ln w="12700">
            <a:solidFill>
              <a:srgbClr val="5FC1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434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guardrails and re-test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41879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optimise-and-measure loop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B3251"/>
          </a:solidFill>
          <a:ln w="12700">
            <a:solidFill>
              <a:srgbClr val="1B32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5376672"/>
            <a:ext cx="310896" cy="310896"/>
          </a:xfrm>
          <a:prstGeom prst="ellipse">
            <a:avLst/>
          </a:prstGeom>
          <a:solidFill>
            <a:srgbClr val="5FC194"/>
          </a:solidFill>
          <a:ln w="12700">
            <a:solidFill>
              <a:srgbClr val="5FC1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3949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52395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52395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everything finished by 21 September.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2026-08-27T18:16:59Z</dcterms:created>
  <dcterms:modified xsi:type="dcterms:W3CDTF">2026-08-27T18:16:59Z</dcterms:modified>
</cp:coreProperties>
</file>